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3C66-A125-46DE-94BE-2AC8E6AA6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8F204-CBB8-4A0F-BCFE-08A3A4697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BA50D-283E-4D96-B942-70470857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CF9CC-A35C-4348-9D84-14F8F5103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0EAF8-F1E0-4AD9-BFBE-C3627CAA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56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4997-B416-404B-AF61-117526CB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DB3DC-E6A8-4919-958F-B34C69B93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F07A3-4895-4EC2-999D-600C86FF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24726-89E6-4785-8071-B818CAB4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B1FC0-7D7F-4D8D-82D8-DD6A8E17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20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4CD7-826B-44AB-9D6E-6074CDD3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CD017-46A8-45EE-8923-6A6ED4AA7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28DE-0318-42C0-AE2D-7FE8A6F64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7DC0D-873D-4423-94F3-7531A9441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75B54-E860-4533-AFAF-872AD49A4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12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CE6A3-364C-4361-94EE-1394A80A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BE68-27F1-49FA-A661-6FAF081FD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6E06C-847C-4F78-A2D5-1D7675688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6080E-426C-4D81-A38F-9F48F0D9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29625-B87E-4DD9-A2F2-AA0F4A1FC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AC640-35AD-4115-AD2A-DABDA345E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84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08B4-7E59-4731-BBD6-E5DE6B2F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1BC74-1FD6-4696-A8B1-E338BAD10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4EF4E-BC6B-4148-B3DB-3A494901C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FC4AF-111D-41BF-8A61-683184742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6E4AA-7252-4F53-B4CA-216BADFF0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010C3-5E32-431C-AF10-8A9D6687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DFE99-AE76-4509-844C-BCA29807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1C7AA-FD9D-40B8-9137-220F31A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58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3D25-CE8E-4F9A-BBA1-831948B8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F77CC1-6199-4E88-B005-3B5092C6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C18FC-10CB-46A9-A90D-B7948269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7E582-5A1E-40DD-ADEC-5596B15C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3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256FD-E335-497A-A39E-E2D2783E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071032-6F3E-4DE3-81C8-A6748963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C25CA-B84A-485F-B0CF-76CA1B7F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79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B2A1-C965-4926-A038-E94C9F51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4C973-239C-4AC2-9B12-9448FD59D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EDD70-96D6-4CFD-A2E7-30784715D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92A1E-A18F-4383-AE66-BAB1357B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E9A64-9231-4292-92D4-58EFD0BA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6A582-1372-481B-9CE8-3CC538D7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20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D8B6-CB94-4CAF-A1A3-2A1F3FE3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3E8F6-25DB-4878-BF56-592FD4405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70B14-A898-4329-B99D-58F473C82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41921-E9EE-4638-9AF8-B96AA8E05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4CE54-9366-4542-9E29-2EA1AC11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CD5B2-4124-4EFA-A998-7546DFD8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75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3CF6-55EF-4A44-975F-E1FA3B061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8B999-E339-4EFD-AF2C-996FE3881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47433-198E-49E3-B484-4B3B887C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9D4D9-B881-436E-9898-BDBCBC49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17941-E3F4-4EDC-822D-9D22C44A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299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73605-F3AB-41AC-BEF8-66C41C40A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3F00F-5EAC-4BF7-BED0-E13F125BE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97C85-0DCD-42BA-BAAB-D3A5DF6D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CB56B-E1BE-4BE8-A64E-B5A060AF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A3C9B-2B84-48BC-8B3E-FDAFAC39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25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44012F-4910-49D4-81A2-48AF7BF4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E76BB-C2D6-4FC0-A85D-A17F17434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347C0-47EA-4048-A3F0-441D47BAE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4CFEA-3687-4DFF-8FF0-E006EEA98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01BED-49E0-44CF-8394-8FC5BF4F3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45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214EAB-C015-4685-9719-305EEE2362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A640FA-053F-463C-A60D-B8B40319F6DE}"/>
              </a:ext>
            </a:extLst>
          </p:cNvPr>
          <p:cNvGrpSpPr/>
          <p:nvPr/>
        </p:nvGrpSpPr>
        <p:grpSpPr>
          <a:xfrm>
            <a:off x="-100668" y="2431346"/>
            <a:ext cx="6200937" cy="1809290"/>
            <a:chOff x="0" y="2431346"/>
            <a:chExt cx="6200937" cy="18092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B93E6D-5771-4B7F-B0DF-42F7BE64C547}"/>
                </a:ext>
              </a:extLst>
            </p:cNvPr>
            <p:cNvSpPr/>
            <p:nvPr/>
          </p:nvSpPr>
          <p:spPr>
            <a:xfrm>
              <a:off x="0" y="2449585"/>
              <a:ext cx="2114026" cy="1677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Diagonal Stripe 6">
              <a:extLst>
                <a:ext uri="{FF2B5EF4-FFF2-40B4-BE49-F238E27FC236}">
                  <a16:creationId xmlns:a16="http://schemas.microsoft.com/office/drawing/2014/main" id="{8FBC2827-EACC-4927-8EE9-B7BA53332CAC}"/>
                </a:ext>
              </a:extLst>
            </p:cNvPr>
            <p:cNvSpPr/>
            <p:nvPr/>
          </p:nvSpPr>
          <p:spPr>
            <a:xfrm flipH="1">
              <a:off x="2001601" y="2452309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76CD57-C8EE-42BC-ACEB-D3911E1F6752}"/>
                </a:ext>
              </a:extLst>
            </p:cNvPr>
            <p:cNvSpPr/>
            <p:nvPr/>
          </p:nvSpPr>
          <p:spPr>
            <a:xfrm>
              <a:off x="3127592" y="2449585"/>
              <a:ext cx="111503" cy="163176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Diagonal Stripe 8">
              <a:extLst>
                <a:ext uri="{FF2B5EF4-FFF2-40B4-BE49-F238E27FC236}">
                  <a16:creationId xmlns:a16="http://schemas.microsoft.com/office/drawing/2014/main" id="{48465A83-795C-4BA7-BB07-CD966E455A84}"/>
                </a:ext>
              </a:extLst>
            </p:cNvPr>
            <p:cNvSpPr/>
            <p:nvPr/>
          </p:nvSpPr>
          <p:spPr>
            <a:xfrm flipH="1">
              <a:off x="3000910" y="2449585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124B4C-17BE-4054-AF88-14F99C67E44B}"/>
                </a:ext>
              </a:extLst>
            </p:cNvPr>
            <p:cNvSpPr/>
            <p:nvPr/>
          </p:nvSpPr>
          <p:spPr>
            <a:xfrm>
              <a:off x="4126901" y="3255962"/>
              <a:ext cx="111503" cy="8237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Diagonal Stripe 10">
              <a:extLst>
                <a:ext uri="{FF2B5EF4-FFF2-40B4-BE49-F238E27FC236}">
                  <a16:creationId xmlns:a16="http://schemas.microsoft.com/office/drawing/2014/main" id="{F18AFA0C-5C5B-45A5-96D4-138D240C4D7D}"/>
                </a:ext>
              </a:extLst>
            </p:cNvPr>
            <p:cNvSpPr/>
            <p:nvPr/>
          </p:nvSpPr>
          <p:spPr>
            <a:xfrm flipH="1" flipV="1">
              <a:off x="4126454" y="2431346"/>
              <a:ext cx="593181" cy="823797"/>
            </a:xfrm>
            <a:prstGeom prst="diagStripe">
              <a:avLst>
                <a:gd name="adj" fmla="val 8132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7255BE-174C-4CCC-852F-581118472B1B}"/>
                </a:ext>
              </a:extLst>
            </p:cNvPr>
            <p:cNvSpPr/>
            <p:nvPr/>
          </p:nvSpPr>
          <p:spPr>
            <a:xfrm>
              <a:off x="5087660" y="2434503"/>
              <a:ext cx="113206" cy="8237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Diagonal Stripe 14">
              <a:extLst>
                <a:ext uri="{FF2B5EF4-FFF2-40B4-BE49-F238E27FC236}">
                  <a16:creationId xmlns:a16="http://schemas.microsoft.com/office/drawing/2014/main" id="{E3B28A51-4DA5-4D44-A529-D6D36AF138B5}"/>
                </a:ext>
              </a:extLst>
            </p:cNvPr>
            <p:cNvSpPr/>
            <p:nvPr/>
          </p:nvSpPr>
          <p:spPr>
            <a:xfrm flipH="1">
              <a:off x="4963443" y="2434504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6" name="Diagonal Stripe 15">
              <a:extLst>
                <a:ext uri="{FF2B5EF4-FFF2-40B4-BE49-F238E27FC236}">
                  <a16:creationId xmlns:a16="http://schemas.microsoft.com/office/drawing/2014/main" id="{E3486D8C-B327-4550-A53D-7C981E37961F}"/>
                </a:ext>
              </a:extLst>
            </p:cNvPr>
            <p:cNvSpPr/>
            <p:nvPr/>
          </p:nvSpPr>
          <p:spPr>
            <a:xfrm flipV="1">
              <a:off x="4719635" y="2434504"/>
              <a:ext cx="593181" cy="823797"/>
            </a:xfrm>
            <a:prstGeom prst="diagStripe">
              <a:avLst>
                <a:gd name="adj" fmla="val 8132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9E799E-A34F-4D12-A7DD-D867133CAE40}"/>
              </a:ext>
            </a:extLst>
          </p:cNvPr>
          <p:cNvGrpSpPr/>
          <p:nvPr/>
        </p:nvGrpSpPr>
        <p:grpSpPr>
          <a:xfrm flipH="1">
            <a:off x="6100269" y="2424022"/>
            <a:ext cx="6200937" cy="1809290"/>
            <a:chOff x="0" y="2431346"/>
            <a:chExt cx="6200937" cy="180929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C91DA4-23DB-4526-8CCA-4FBD91FA246F}"/>
                </a:ext>
              </a:extLst>
            </p:cNvPr>
            <p:cNvSpPr/>
            <p:nvPr/>
          </p:nvSpPr>
          <p:spPr>
            <a:xfrm>
              <a:off x="0" y="2449585"/>
              <a:ext cx="2114026" cy="1677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Diagonal Stripe 19">
              <a:extLst>
                <a:ext uri="{FF2B5EF4-FFF2-40B4-BE49-F238E27FC236}">
                  <a16:creationId xmlns:a16="http://schemas.microsoft.com/office/drawing/2014/main" id="{DAB415F6-8E16-4C0F-A1F9-F34D9531E6B0}"/>
                </a:ext>
              </a:extLst>
            </p:cNvPr>
            <p:cNvSpPr/>
            <p:nvPr/>
          </p:nvSpPr>
          <p:spPr>
            <a:xfrm flipH="1">
              <a:off x="2001601" y="2452309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6BAEA6-5F72-4A20-A019-10E96902315D}"/>
                </a:ext>
              </a:extLst>
            </p:cNvPr>
            <p:cNvSpPr/>
            <p:nvPr/>
          </p:nvSpPr>
          <p:spPr>
            <a:xfrm>
              <a:off x="3127592" y="2449585"/>
              <a:ext cx="111503" cy="163176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Diagonal Stripe 21">
              <a:extLst>
                <a:ext uri="{FF2B5EF4-FFF2-40B4-BE49-F238E27FC236}">
                  <a16:creationId xmlns:a16="http://schemas.microsoft.com/office/drawing/2014/main" id="{AB0B86FB-817E-4F5A-8C9E-562CA2F4A4BB}"/>
                </a:ext>
              </a:extLst>
            </p:cNvPr>
            <p:cNvSpPr/>
            <p:nvPr/>
          </p:nvSpPr>
          <p:spPr>
            <a:xfrm flipH="1">
              <a:off x="3000910" y="2449585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93EDCCD-5850-4BB2-9DC6-146FEA69B8F5}"/>
                </a:ext>
              </a:extLst>
            </p:cNvPr>
            <p:cNvSpPr/>
            <p:nvPr/>
          </p:nvSpPr>
          <p:spPr>
            <a:xfrm>
              <a:off x="4126901" y="3255962"/>
              <a:ext cx="111503" cy="8237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Diagonal Stripe 23">
              <a:extLst>
                <a:ext uri="{FF2B5EF4-FFF2-40B4-BE49-F238E27FC236}">
                  <a16:creationId xmlns:a16="http://schemas.microsoft.com/office/drawing/2014/main" id="{D8ED796D-C24F-4659-AA0E-81841BA0A543}"/>
                </a:ext>
              </a:extLst>
            </p:cNvPr>
            <p:cNvSpPr/>
            <p:nvPr/>
          </p:nvSpPr>
          <p:spPr>
            <a:xfrm flipH="1" flipV="1">
              <a:off x="4126454" y="2431346"/>
              <a:ext cx="593181" cy="823797"/>
            </a:xfrm>
            <a:prstGeom prst="diagStripe">
              <a:avLst>
                <a:gd name="adj" fmla="val 8132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DAC49CD-32C2-47D5-ACEE-89082DE3B485}"/>
                </a:ext>
              </a:extLst>
            </p:cNvPr>
            <p:cNvSpPr/>
            <p:nvPr/>
          </p:nvSpPr>
          <p:spPr>
            <a:xfrm>
              <a:off x="5087660" y="2434503"/>
              <a:ext cx="113206" cy="8237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CFF55B5A-C800-418B-BFB0-6E700E205912}"/>
                </a:ext>
              </a:extLst>
            </p:cNvPr>
            <p:cNvSpPr/>
            <p:nvPr/>
          </p:nvSpPr>
          <p:spPr>
            <a:xfrm flipH="1">
              <a:off x="4963443" y="2434504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A925E0EF-706E-41A7-83BA-36CA450B7C8D}"/>
                </a:ext>
              </a:extLst>
            </p:cNvPr>
            <p:cNvSpPr/>
            <p:nvPr/>
          </p:nvSpPr>
          <p:spPr>
            <a:xfrm flipV="1">
              <a:off x="4719635" y="2434504"/>
              <a:ext cx="593181" cy="823797"/>
            </a:xfrm>
            <a:prstGeom prst="diagStripe">
              <a:avLst>
                <a:gd name="adj" fmla="val 8132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0738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97F8AA2-CEFF-4854-A7CA-B07D0260E20B}"/>
              </a:ext>
            </a:extLst>
          </p:cNvPr>
          <p:cNvGrpSpPr/>
          <p:nvPr/>
        </p:nvGrpSpPr>
        <p:grpSpPr>
          <a:xfrm>
            <a:off x="-2382" y="0"/>
            <a:ext cx="12192001" cy="6858000"/>
            <a:chOff x="-2382" y="0"/>
            <a:chExt cx="12192001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9BBCF19-4B17-40A1-B807-24CE817487D3}"/>
                </a:ext>
              </a:extLst>
            </p:cNvPr>
            <p:cNvGrpSpPr/>
            <p:nvPr/>
          </p:nvGrpSpPr>
          <p:grpSpPr>
            <a:xfrm>
              <a:off x="-2382" y="0"/>
              <a:ext cx="12192001" cy="6858000"/>
              <a:chOff x="-2382" y="0"/>
              <a:chExt cx="12192001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A214EAB-C015-4685-9719-305EEE236249}"/>
                  </a:ext>
                </a:extLst>
              </p:cNvPr>
              <p:cNvSpPr/>
              <p:nvPr/>
            </p:nvSpPr>
            <p:spPr>
              <a:xfrm>
                <a:off x="-2381" y="0"/>
                <a:ext cx="12192000" cy="685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2A640FA-053F-463C-A60D-B8B40319F6DE}"/>
                  </a:ext>
                </a:extLst>
              </p:cNvPr>
              <p:cNvGrpSpPr/>
              <p:nvPr/>
            </p:nvGrpSpPr>
            <p:grpSpPr>
              <a:xfrm>
                <a:off x="-2382" y="2431346"/>
                <a:ext cx="6102651" cy="1809290"/>
                <a:chOff x="98286" y="2431346"/>
                <a:chExt cx="6102651" cy="1809290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2EB93E6D-5771-4B7F-B0DF-42F7BE64C547}"/>
                    </a:ext>
                  </a:extLst>
                </p:cNvPr>
                <p:cNvSpPr/>
                <p:nvPr/>
              </p:nvSpPr>
              <p:spPr>
                <a:xfrm>
                  <a:off x="98286" y="2449585"/>
                  <a:ext cx="2015739" cy="1604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" name="Diagonal Stripe 6">
                  <a:extLst>
                    <a:ext uri="{FF2B5EF4-FFF2-40B4-BE49-F238E27FC236}">
                      <a16:creationId xmlns:a16="http://schemas.microsoft.com/office/drawing/2014/main" id="{8FBC2827-EACC-4927-8EE9-B7BA53332CAC}"/>
                    </a:ext>
                  </a:extLst>
                </p:cNvPr>
                <p:cNvSpPr/>
                <p:nvPr/>
              </p:nvSpPr>
              <p:spPr>
                <a:xfrm flipH="1">
                  <a:off x="2001601" y="2452309"/>
                  <a:ext cx="1237494" cy="1788327"/>
                </a:xfrm>
                <a:prstGeom prst="diagStripe">
                  <a:avLst>
                    <a:gd name="adj" fmla="val 8980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Diagonal Stripe 8">
                  <a:extLst>
                    <a:ext uri="{FF2B5EF4-FFF2-40B4-BE49-F238E27FC236}">
                      <a16:creationId xmlns:a16="http://schemas.microsoft.com/office/drawing/2014/main" id="{48465A83-795C-4BA7-BB07-CD966E455A84}"/>
                    </a:ext>
                  </a:extLst>
                </p:cNvPr>
                <p:cNvSpPr/>
                <p:nvPr/>
              </p:nvSpPr>
              <p:spPr>
                <a:xfrm flipH="1">
                  <a:off x="3000910" y="2449585"/>
                  <a:ext cx="1237494" cy="1788327"/>
                </a:xfrm>
                <a:prstGeom prst="diagStripe">
                  <a:avLst>
                    <a:gd name="adj" fmla="val 8980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1124B4C-17BE-4054-AF88-14F99C67E44B}"/>
                    </a:ext>
                  </a:extLst>
                </p:cNvPr>
                <p:cNvSpPr/>
                <p:nvPr/>
              </p:nvSpPr>
              <p:spPr>
                <a:xfrm>
                  <a:off x="4126901" y="3255962"/>
                  <a:ext cx="111503" cy="82379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" name="Diagonal Stripe 10">
                  <a:extLst>
                    <a:ext uri="{FF2B5EF4-FFF2-40B4-BE49-F238E27FC236}">
                      <a16:creationId xmlns:a16="http://schemas.microsoft.com/office/drawing/2014/main" id="{F18AFA0C-5C5B-45A5-96D4-138D240C4D7D}"/>
                    </a:ext>
                  </a:extLst>
                </p:cNvPr>
                <p:cNvSpPr/>
                <p:nvPr/>
              </p:nvSpPr>
              <p:spPr>
                <a:xfrm flipH="1" flipV="1">
                  <a:off x="4126454" y="2431346"/>
                  <a:ext cx="593181" cy="823797"/>
                </a:xfrm>
                <a:prstGeom prst="diagStripe">
                  <a:avLst>
                    <a:gd name="adj" fmla="val 8132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Diagonal Stripe 14">
                  <a:extLst>
                    <a:ext uri="{FF2B5EF4-FFF2-40B4-BE49-F238E27FC236}">
                      <a16:creationId xmlns:a16="http://schemas.microsoft.com/office/drawing/2014/main" id="{E3B28A51-4DA5-4D44-A529-D6D36AF138B5}"/>
                    </a:ext>
                  </a:extLst>
                </p:cNvPr>
                <p:cNvSpPr/>
                <p:nvPr/>
              </p:nvSpPr>
              <p:spPr>
                <a:xfrm flipH="1">
                  <a:off x="4963443" y="2434504"/>
                  <a:ext cx="1237494" cy="1788327"/>
                </a:xfrm>
                <a:prstGeom prst="diagStripe">
                  <a:avLst>
                    <a:gd name="adj" fmla="val 8980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Diagonal Stripe 15">
                  <a:extLst>
                    <a:ext uri="{FF2B5EF4-FFF2-40B4-BE49-F238E27FC236}">
                      <a16:creationId xmlns:a16="http://schemas.microsoft.com/office/drawing/2014/main" id="{E3486D8C-B327-4550-A53D-7C981E37961F}"/>
                    </a:ext>
                  </a:extLst>
                </p:cNvPr>
                <p:cNvSpPr/>
                <p:nvPr/>
              </p:nvSpPr>
              <p:spPr>
                <a:xfrm flipV="1">
                  <a:off x="4719635" y="2434504"/>
                  <a:ext cx="593181" cy="823797"/>
                </a:xfrm>
                <a:prstGeom prst="diagStripe">
                  <a:avLst>
                    <a:gd name="adj" fmla="val 8132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49E799E-A34F-4D12-A7DD-D867133CAE40}"/>
                  </a:ext>
                </a:extLst>
              </p:cNvPr>
              <p:cNvGrpSpPr/>
              <p:nvPr/>
            </p:nvGrpSpPr>
            <p:grpSpPr>
              <a:xfrm flipH="1">
                <a:off x="6100269" y="2424022"/>
                <a:ext cx="6089350" cy="1809290"/>
                <a:chOff x="111587" y="2431346"/>
                <a:chExt cx="6089350" cy="1809290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C8C91DA4-23DB-4526-8CCA-4FBD91FA246F}"/>
                    </a:ext>
                  </a:extLst>
                </p:cNvPr>
                <p:cNvSpPr/>
                <p:nvPr/>
              </p:nvSpPr>
              <p:spPr>
                <a:xfrm>
                  <a:off x="111587" y="2449585"/>
                  <a:ext cx="2002439" cy="16778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" name="Diagonal Stripe 19">
                  <a:extLst>
                    <a:ext uri="{FF2B5EF4-FFF2-40B4-BE49-F238E27FC236}">
                      <a16:creationId xmlns:a16="http://schemas.microsoft.com/office/drawing/2014/main" id="{DAB415F6-8E16-4C0F-A1F9-F34D9531E6B0}"/>
                    </a:ext>
                  </a:extLst>
                </p:cNvPr>
                <p:cNvSpPr/>
                <p:nvPr/>
              </p:nvSpPr>
              <p:spPr>
                <a:xfrm flipH="1">
                  <a:off x="2001601" y="2452309"/>
                  <a:ext cx="1237494" cy="1788327"/>
                </a:xfrm>
                <a:prstGeom prst="diagStripe">
                  <a:avLst>
                    <a:gd name="adj" fmla="val 8980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Diagonal Stripe 21">
                  <a:extLst>
                    <a:ext uri="{FF2B5EF4-FFF2-40B4-BE49-F238E27FC236}">
                      <a16:creationId xmlns:a16="http://schemas.microsoft.com/office/drawing/2014/main" id="{AB0B86FB-817E-4F5A-8C9E-562CA2F4A4BB}"/>
                    </a:ext>
                  </a:extLst>
                </p:cNvPr>
                <p:cNvSpPr/>
                <p:nvPr/>
              </p:nvSpPr>
              <p:spPr>
                <a:xfrm flipH="1">
                  <a:off x="3000910" y="2449585"/>
                  <a:ext cx="1237494" cy="1788327"/>
                </a:xfrm>
                <a:prstGeom prst="diagStripe">
                  <a:avLst>
                    <a:gd name="adj" fmla="val 8980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D93EDCCD-5850-4BB2-9DC6-146FEA69B8F5}"/>
                    </a:ext>
                  </a:extLst>
                </p:cNvPr>
                <p:cNvSpPr/>
                <p:nvPr/>
              </p:nvSpPr>
              <p:spPr>
                <a:xfrm>
                  <a:off x="4126901" y="3255962"/>
                  <a:ext cx="111503" cy="82379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" name="Diagonal Stripe 23">
                  <a:extLst>
                    <a:ext uri="{FF2B5EF4-FFF2-40B4-BE49-F238E27FC236}">
                      <a16:creationId xmlns:a16="http://schemas.microsoft.com/office/drawing/2014/main" id="{D8ED796D-C24F-4659-AA0E-81841BA0A543}"/>
                    </a:ext>
                  </a:extLst>
                </p:cNvPr>
                <p:cNvSpPr/>
                <p:nvPr/>
              </p:nvSpPr>
              <p:spPr>
                <a:xfrm flipH="1" flipV="1">
                  <a:off x="4126454" y="2431346"/>
                  <a:ext cx="593181" cy="823797"/>
                </a:xfrm>
                <a:prstGeom prst="diagStripe">
                  <a:avLst>
                    <a:gd name="adj" fmla="val 8132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Diagonal Stripe 25">
                  <a:extLst>
                    <a:ext uri="{FF2B5EF4-FFF2-40B4-BE49-F238E27FC236}">
                      <a16:creationId xmlns:a16="http://schemas.microsoft.com/office/drawing/2014/main" id="{CFF55B5A-C800-418B-BFB0-6E700E205912}"/>
                    </a:ext>
                  </a:extLst>
                </p:cNvPr>
                <p:cNvSpPr/>
                <p:nvPr/>
              </p:nvSpPr>
              <p:spPr>
                <a:xfrm flipH="1">
                  <a:off x="4963443" y="2434504"/>
                  <a:ext cx="1237494" cy="1788327"/>
                </a:xfrm>
                <a:prstGeom prst="diagStripe">
                  <a:avLst>
                    <a:gd name="adj" fmla="val 8980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Diagonal Stripe 26">
                  <a:extLst>
                    <a:ext uri="{FF2B5EF4-FFF2-40B4-BE49-F238E27FC236}">
                      <a16:creationId xmlns:a16="http://schemas.microsoft.com/office/drawing/2014/main" id="{A925E0EF-706E-41A7-83BA-36CA450B7C8D}"/>
                    </a:ext>
                  </a:extLst>
                </p:cNvPr>
                <p:cNvSpPr/>
                <p:nvPr/>
              </p:nvSpPr>
              <p:spPr>
                <a:xfrm flipV="1">
                  <a:off x="4719635" y="2434504"/>
                  <a:ext cx="593181" cy="823797"/>
                </a:xfrm>
                <a:prstGeom prst="diagStripe">
                  <a:avLst>
                    <a:gd name="adj" fmla="val 8132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8" name="Diagonal Stripe 27">
                <a:extLst>
                  <a:ext uri="{FF2B5EF4-FFF2-40B4-BE49-F238E27FC236}">
                    <a16:creationId xmlns:a16="http://schemas.microsoft.com/office/drawing/2014/main" id="{94761FF4-ECA9-40E8-A3AE-61757EA87368}"/>
                  </a:ext>
                </a:extLst>
              </p:cNvPr>
              <p:cNvSpPr/>
              <p:nvPr/>
            </p:nvSpPr>
            <p:spPr>
              <a:xfrm flipH="1">
                <a:off x="2419011" y="2467824"/>
                <a:ext cx="1237494" cy="1788327"/>
              </a:xfrm>
              <a:prstGeom prst="diagStripe">
                <a:avLst>
                  <a:gd name="adj" fmla="val 8980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Diagonal Stripe 28">
                <a:extLst>
                  <a:ext uri="{FF2B5EF4-FFF2-40B4-BE49-F238E27FC236}">
                    <a16:creationId xmlns:a16="http://schemas.microsoft.com/office/drawing/2014/main" id="{5A9234AE-86A0-4D8F-855A-30C553296A6F}"/>
                  </a:ext>
                </a:extLst>
              </p:cNvPr>
              <p:cNvSpPr/>
              <p:nvPr/>
            </p:nvSpPr>
            <p:spPr>
              <a:xfrm>
                <a:off x="8566868" y="2439735"/>
                <a:ext cx="1237494" cy="1788327"/>
              </a:xfrm>
              <a:prstGeom prst="diagStripe">
                <a:avLst>
                  <a:gd name="adj" fmla="val 8980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" name="Isosceles Triangle 1">
                <a:extLst>
                  <a:ext uri="{FF2B5EF4-FFF2-40B4-BE49-F238E27FC236}">
                    <a16:creationId xmlns:a16="http://schemas.microsoft.com/office/drawing/2014/main" id="{E165D7B3-4343-44EB-A763-850CC54F61DE}"/>
                  </a:ext>
                </a:extLst>
              </p:cNvPr>
              <p:cNvSpPr/>
              <p:nvPr/>
            </p:nvSpPr>
            <p:spPr>
              <a:xfrm flipV="1">
                <a:off x="4867168" y="2424022"/>
                <a:ext cx="511729" cy="411060"/>
              </a:xfrm>
              <a:prstGeom prst="triangle">
                <a:avLst>
                  <a:gd name="adj" fmla="val 81148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87A31FAE-E5AA-436A-9668-4BB15B3932BD}"/>
                  </a:ext>
                </a:extLst>
              </p:cNvPr>
              <p:cNvSpPr/>
              <p:nvPr/>
            </p:nvSpPr>
            <p:spPr>
              <a:xfrm flipH="1" flipV="1">
                <a:off x="6843713" y="2404511"/>
                <a:ext cx="511729" cy="411060"/>
              </a:xfrm>
              <a:prstGeom prst="triangle">
                <a:avLst>
                  <a:gd name="adj" fmla="val 81148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A9592855-672D-407D-B297-FBA53EF05B09}"/>
                  </a:ext>
                </a:extLst>
              </p:cNvPr>
              <p:cNvSpPr/>
              <p:nvPr/>
            </p:nvSpPr>
            <p:spPr>
              <a:xfrm>
                <a:off x="6977501" y="2854857"/>
                <a:ext cx="511729" cy="411060"/>
              </a:xfrm>
              <a:prstGeom prst="triangle">
                <a:avLst>
                  <a:gd name="adj" fmla="val 81148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026A534F-A886-4A92-8B02-6F26F8E7BCF4}"/>
                  </a:ext>
                </a:extLst>
              </p:cNvPr>
              <p:cNvSpPr/>
              <p:nvPr/>
            </p:nvSpPr>
            <p:spPr>
              <a:xfrm flipH="1">
                <a:off x="4696252" y="2851999"/>
                <a:ext cx="511729" cy="411060"/>
              </a:xfrm>
              <a:prstGeom prst="triangle">
                <a:avLst>
                  <a:gd name="adj" fmla="val 81148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C244CBA2-CC15-4774-8727-A0FEFE2B6451}"/>
                  </a:ext>
                </a:extLst>
              </p:cNvPr>
              <p:cNvSpPr/>
              <p:nvPr/>
            </p:nvSpPr>
            <p:spPr>
              <a:xfrm flipV="1">
                <a:off x="2898335" y="2444497"/>
                <a:ext cx="511729" cy="411060"/>
              </a:xfrm>
              <a:prstGeom prst="triangle">
                <a:avLst>
                  <a:gd name="adj" fmla="val 81148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0160E806-2A89-40E5-965F-B88B68B2A0DA}"/>
                  </a:ext>
                </a:extLst>
              </p:cNvPr>
              <p:cNvSpPr/>
              <p:nvPr/>
            </p:nvSpPr>
            <p:spPr>
              <a:xfrm flipV="1">
                <a:off x="2400895" y="2439735"/>
                <a:ext cx="511729" cy="411060"/>
              </a:xfrm>
              <a:prstGeom prst="triangle">
                <a:avLst>
                  <a:gd name="adj" fmla="val 81148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B14F8A3B-B5BD-4CA8-B6DB-E7356C2FDE49}"/>
                  </a:ext>
                </a:extLst>
              </p:cNvPr>
              <p:cNvSpPr/>
              <p:nvPr/>
            </p:nvSpPr>
            <p:spPr>
              <a:xfrm flipH="1" flipV="1">
                <a:off x="9315060" y="2405642"/>
                <a:ext cx="511729" cy="411060"/>
              </a:xfrm>
              <a:prstGeom prst="triangle">
                <a:avLst>
                  <a:gd name="adj" fmla="val 81148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DD39FDE4-2A7E-43F0-9189-E5C5064177DC}"/>
                  </a:ext>
                </a:extLst>
              </p:cNvPr>
              <p:cNvSpPr/>
              <p:nvPr/>
            </p:nvSpPr>
            <p:spPr>
              <a:xfrm flipH="1" flipV="1">
                <a:off x="8808096" y="2412785"/>
                <a:ext cx="511729" cy="411060"/>
              </a:xfrm>
              <a:prstGeom prst="triangle">
                <a:avLst>
                  <a:gd name="adj" fmla="val 81148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BDE78667-7747-4EB0-A1BB-DD13D4C95648}"/>
                </a:ext>
              </a:extLst>
            </p:cNvPr>
            <p:cNvSpPr/>
            <p:nvPr/>
          </p:nvSpPr>
          <p:spPr>
            <a:xfrm rot="20293662" flipH="1" flipV="1">
              <a:off x="8865830" y="3790521"/>
              <a:ext cx="511729" cy="411060"/>
            </a:xfrm>
            <a:prstGeom prst="triangle">
              <a:avLst>
                <a:gd name="adj" fmla="val 8114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76C904AA-C0D0-4221-9EE1-5173EF09419E}"/>
                </a:ext>
              </a:extLst>
            </p:cNvPr>
            <p:cNvSpPr/>
            <p:nvPr/>
          </p:nvSpPr>
          <p:spPr>
            <a:xfrm rot="20293662" flipH="1" flipV="1">
              <a:off x="8351664" y="3828626"/>
              <a:ext cx="511729" cy="411060"/>
            </a:xfrm>
            <a:prstGeom prst="triangle">
              <a:avLst>
                <a:gd name="adj" fmla="val 8114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27A70D01-F215-4E8C-8DED-5411C2C3C969}"/>
                </a:ext>
              </a:extLst>
            </p:cNvPr>
            <p:cNvSpPr/>
            <p:nvPr/>
          </p:nvSpPr>
          <p:spPr>
            <a:xfrm rot="1306338" flipV="1">
              <a:off x="3346601" y="3819101"/>
              <a:ext cx="511729" cy="411060"/>
            </a:xfrm>
            <a:prstGeom prst="triangle">
              <a:avLst>
                <a:gd name="adj" fmla="val 8114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68D3E64B-E32E-4228-BF57-1E4378DA3FFC}"/>
                </a:ext>
              </a:extLst>
            </p:cNvPr>
            <p:cNvSpPr/>
            <p:nvPr/>
          </p:nvSpPr>
          <p:spPr>
            <a:xfrm rot="1306338" flipV="1">
              <a:off x="2846724" y="3847680"/>
              <a:ext cx="511729" cy="411060"/>
            </a:xfrm>
            <a:prstGeom prst="triangle">
              <a:avLst>
                <a:gd name="adj" fmla="val 8114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03848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E0EA-14AC-4468-9F8A-7A9DE3F6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39A50211-FD11-40FD-8F5B-021F30EC3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67" b="33383"/>
          <a:stretch/>
        </p:blipFill>
        <p:spPr>
          <a:xfrm>
            <a:off x="2228144" y="3086100"/>
            <a:ext cx="7735712" cy="1638300"/>
          </a:xfrm>
        </p:spPr>
      </p:pic>
    </p:spTree>
    <p:extLst>
      <p:ext uri="{BB962C8B-B14F-4D97-AF65-F5344CB8AC3E}">
        <p14:creationId xmlns:p14="http://schemas.microsoft.com/office/powerpoint/2010/main" val="148446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Alastair Cota</dc:creator>
  <cp:lastModifiedBy>Alastair Cota</cp:lastModifiedBy>
  <cp:revision>3</cp:revision>
  <dcterms:created xsi:type="dcterms:W3CDTF">2020-05-22T08:30:05Z</dcterms:created>
  <dcterms:modified xsi:type="dcterms:W3CDTF">2020-05-22T08:53:38Z</dcterms:modified>
</cp:coreProperties>
</file>