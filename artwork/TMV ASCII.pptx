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7F39D-F7F2-46EC-B1AA-8010CBA12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4603E-F956-4113-A437-C82E2D7B4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D7DC8-B74F-47CB-9AA8-0DD26E85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DAC4-5295-4AF0-94D0-18037CC6899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C7752-EAF1-4C31-AC63-1026DFF3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D903B-C32E-441A-A158-BF0CB7DC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8032-712C-4ADC-84D7-D82E3EC55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507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60B7-6ACB-4B43-82B3-EEFEF08B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31DD5-E064-43B8-9E86-08336E402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35EF0-AB4B-4545-B810-C560B349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DAC4-5295-4AF0-94D0-18037CC6899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0F547-63E6-490D-ABCD-46E365F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68780-9579-4C64-AD90-D3339F8C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8032-712C-4ADC-84D7-D82E3EC55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34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42ECE-D202-43CA-92ED-4A6B85D01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4C88-F9E4-4569-9286-6905AB982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D8F99-C982-491A-ACDA-61379BEB3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DAC4-5295-4AF0-94D0-18037CC6899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E662-3351-4403-88F9-3FB4A311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D172F-C9C9-489C-87B7-A9240519A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8032-712C-4ADC-84D7-D82E3EC55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207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43EE-FAE4-41E7-8ABC-ECBA62A0B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23724-1A66-4B3A-B7D8-9B18396DC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F0434-DAEF-4CFC-9475-FD3FD9EF6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8F0D3-9E3A-4FDE-B97E-7A21AD8A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DAC4-5295-4AF0-94D0-18037CC6899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6FFB7-E938-4585-B2E6-01E9D6154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31DD9-C0A6-4C34-8975-76160E0F0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8032-712C-4ADC-84D7-D82E3EC55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64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F4C8E-2E00-4C20-818F-944721D90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08AA2-F49C-47A6-8F89-75CCAA8A4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0B9A9-7777-4E85-BDEB-F1A4514AA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7E07B-5303-412A-B4B3-06E45A6C3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36CF7C-F9FE-4A09-ACBA-6DD798801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BF7BF-6344-434B-957E-EE25A5E88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DAC4-5295-4AF0-94D0-18037CC6899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6E9932-815C-4502-B027-A3CCC9693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A5431B-3F4A-4368-AA7F-2F21A434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8032-712C-4ADC-84D7-D82E3EC55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4908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0178-FF64-46D4-839F-19D74F365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A9867B-E755-49CB-AAF1-32083A3A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DAC4-5295-4AF0-94D0-18037CC6899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9D036-723A-49AF-ABD8-73FA84B34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2E92F-434A-4389-8641-07483FB17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8032-712C-4ADC-84D7-D82E3EC55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1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D7ECC-CF61-466A-8A5E-C6103C25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DAC4-5295-4AF0-94D0-18037CC6899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A00753-FD9E-427D-B5A0-8C9236CD3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3B01C-7D3E-4092-8D3D-B8C11151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8032-712C-4ADC-84D7-D82E3EC55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46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563EB-8C28-45DE-B48E-9C8B313F3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9CD09-FD62-442C-9349-CA7A7A024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64C03-BE70-4453-839C-6E2023784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76F53-2DBE-444D-872A-70AFB7010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DAC4-5295-4AF0-94D0-18037CC6899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34C7E-1E5B-43E2-946B-32BDC250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9914B-5391-4061-8224-07B74143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8032-712C-4ADC-84D7-D82E3EC55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45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7E1E6-679C-4C72-8AE6-E5F89764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7AC9E7-D820-4706-BDF3-6F07A7C1A0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896AC-C3EE-455C-A876-57ECF40F4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38ECC-EE8E-4786-839D-4997BC903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DAC4-5295-4AF0-94D0-18037CC6899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68D30-9EB0-4A2B-A3AE-73047EF66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3E28A-E320-47E3-B083-773D201B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8032-712C-4ADC-84D7-D82E3EC55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38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BECB-7417-446A-AAF7-37A08F1E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0F65D-B67D-4634-8D4F-52D421F54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55B56-B532-46E5-AFB3-ED6DF993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DAC4-5295-4AF0-94D0-18037CC6899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9D747-0FA6-4053-9AD7-7CC1DD47A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BBE68-C995-42E5-A507-7EEC6B071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8032-712C-4ADC-84D7-D82E3EC55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31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4EAAD9-4406-43F6-A6AB-DD0D5602AC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8DE25-CC20-4924-9949-772DAF90C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E790-F981-4F7C-8B89-31724EA3F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DAC4-5295-4AF0-94D0-18037CC6899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A081C-EB74-4232-B875-1FA763C87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A923A-934F-42F7-945A-10ED9AFA3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8032-712C-4ADC-84D7-D82E3EC55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151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239EF3-7B29-46F2-ACF6-B3A500905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00C60-C057-4976-B384-61E68FC29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ABE8A-91B0-4C23-9F4A-B883E0AE2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DAC4-5295-4AF0-94D0-18037CC6899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52DEF-DF64-4102-A57F-CF8C88448F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27BF7-B0EC-4EE0-9D87-8D3D21EDF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B8032-712C-4ADC-84D7-D82E3EC55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64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765C9-7B9B-4087-A30A-D30608829A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66010-B3B8-4ED1-8E3E-68804A7138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5DC3F0-EC8F-4231-9963-F1940B094F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7F79F-5A22-4433-B1FD-9F5A82F550CC}"/>
              </a:ext>
            </a:extLst>
          </p:cNvPr>
          <p:cNvSpPr txBox="1"/>
          <p:nvPr/>
        </p:nvSpPr>
        <p:spPr>
          <a:xfrm>
            <a:off x="173373" y="2378799"/>
            <a:ext cx="118648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Lucida Console" panose="020B0609040504020204" pitchFamily="49" charset="0"/>
              </a:rPr>
              <a:t>______________      _         __   _            _   __         _      ______________</a:t>
            </a:r>
            <a:br>
              <a:rPr lang="en-GB" b="1" dirty="0">
                <a:solidFill>
                  <a:srgbClr val="00B050"/>
                </a:solidFill>
                <a:latin typeface="Lucida Console" panose="020B0609040504020204" pitchFamily="49" charset="0"/>
              </a:rPr>
            </a:br>
            <a:r>
              <a:rPr lang="en-GB" b="1" dirty="0">
                <a:solidFill>
                  <a:srgbClr val="00B050"/>
                </a:solidFill>
                <a:latin typeface="Lucida Console" panose="020B0609040504020204" pitchFamily="49" charset="0"/>
              </a:rPr>
              <a:t>-------------\\    |\\       //\\ |\\          /|| //\\       /||    //-------------</a:t>
            </a:r>
          </a:p>
          <a:p>
            <a:r>
              <a:rPr lang="en-GB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            \\   ||\\     //  \\||\\        //||//  \\     //||   //</a:t>
            </a:r>
          </a:p>
          <a:p>
            <a:r>
              <a:rPr lang="en-GB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             \\  || \\   //    \|| \\      // |//    \\   // ||  //</a:t>
            </a:r>
          </a:p>
          <a:p>
            <a:r>
              <a:rPr lang="en-GB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              \\ ||  \\ ||      ‘’  \\    //  ‘'      || //  || //</a:t>
            </a:r>
          </a:p>
          <a:p>
            <a:r>
              <a:rPr lang="en-GB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               \\||   \\||           \\  //           ||//   ||//</a:t>
            </a:r>
          </a:p>
          <a:p>
            <a:r>
              <a:rPr lang="en-GB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                \||    \||            \\//            |//    |//</a:t>
            </a:r>
          </a:p>
          <a:p>
            <a:r>
              <a:rPr lang="en-GB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                 ‘’     ‘’             ‘’             ‘’     ‘’</a:t>
            </a:r>
          </a:p>
        </p:txBody>
      </p:sp>
      <p:pic>
        <p:nvPicPr>
          <p:cNvPr id="7" name="Picture 6" descr="A picture containing object, red, meter&#10;&#10;Description automatically generated">
            <a:extLst>
              <a:ext uri="{FF2B5EF4-FFF2-40B4-BE49-F238E27FC236}">
                <a16:creationId xmlns:a16="http://schemas.microsoft.com/office/drawing/2014/main" id="{C6B46D9E-CD99-4515-9E0B-E550A96EB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260" y="5283854"/>
            <a:ext cx="7732697" cy="162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5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Lucida Console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Alastair Cota</dc:creator>
  <cp:lastModifiedBy>Alastair Cota</cp:lastModifiedBy>
  <cp:revision>5</cp:revision>
  <dcterms:created xsi:type="dcterms:W3CDTF">2020-05-22T09:37:31Z</dcterms:created>
  <dcterms:modified xsi:type="dcterms:W3CDTF">2020-05-22T10:25:51Z</dcterms:modified>
</cp:coreProperties>
</file>